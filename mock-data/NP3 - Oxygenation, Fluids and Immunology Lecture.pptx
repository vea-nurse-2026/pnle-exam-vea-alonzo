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NP III Surgery, Oxygenation, F&amp;E, Immunology, Oncology (SAMPLE)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Lecture notes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Perioperative Nursing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Informed consent is obtained by the surgeon; the nurse witnesses the client's signature.</a:t>
            </a:r>
          </a:p>
          <a:p>
            <a:r>
              <a:t>After thyroidectomy, keep a tracheostomy set at the bedside. Hoarseness may indicate laryngeal nerve injury.</a:t>
            </a:r>
          </a:p>
          <a:p>
            <a:r>
              <a:t>Tingling around the mouth and positive Chvostek's and Trousseau's signs indicate hypocalcemia from parathyroid injury; keep calcium gluconate available.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Oxygenation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Clients with COPD receive low-flow oxygen at 1 to 2 L per minute by nasal cannula because high oxygen levels may depress the hypoxic drive.</a:t>
            </a:r>
          </a:p>
          <a:p>
            <a:r>
              <a:t>Teach pursed-lip breathing to prolong exhalation and prevent airway collapse.</a:t>
            </a:r>
          </a:p>
          <a:p>
            <a:r>
              <a:t>Left-sided heart failure causes pulmonary congestion, crackles, and dyspnea; right-sided failure causes jugular vein distention, edema, and hepatomegaly.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Fluids and Electrolytes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Normal serum potassium is 3.5 to 5.0 mEq/L and normal serum sodium is 135 to 145 mEq/L.</a:t>
            </a:r>
          </a:p>
          <a:p>
            <a:r>
              <a:t>Hyperkalemia: tall, peaked T waves. Hypokalemia: muscle weakness, leg cramps, and prominent U waves.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Infection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Hand hygiene is the single most effective way to prevent infection.</a:t>
            </a:r>
          </a:p>
          <a:p>
            <a:r>
              <a:t>Tuberculosis requires airborne precautions: a negative-pressure room and an N95 respirator for anyone entering.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Cellular Aberrations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Neutropenic precautions: no fresh flowers, potted plants, or fresh raw fruits in the room; screen visitors for infection.</a:t>
            </a:r>
          </a:p>
          <a:p>
            <a:r>
              <a:t>During radiation therapy, do not wash off the skin markings and avoid applying lotions to the treated area.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